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/docProps/custom.xml"/></Relationships>
</file>

<file path=ppt/presentation.xml><?xml version="1.0" encoding="utf-8"?>
<p:presentation xmlns:p="http://schemas.openxmlformats.org/presentationml/2006/main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120</Words>
  <Application>Microsoft Office PowerPoint</Application>
  <PresentationFormat>Widescreen</PresentationFormat>
  <Paragraphs>30</Paragraphs>
  <Slides>4</Slides>
  <Notes>2</Notes>
  <HiddenSlides>1</HiddenSlides>
  <MMClips>3</MMClips>
  <ScaleCrop>true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Results</vt:lpstr>
      <vt:lpstr>Next steps</vt:lpstr>
    </vt:vector>
  </TitlesOfParts>
  <Manager>Carol Example</Manager>
  <Company>Société Exemple</Company>
  <LinksUpToDate>true</LinksUpToDate>
  <SharedDoc>true</SharedDoc>
  <HyperlinkBase>https://example.org/base/</HyperlinkBase>
  <HyperlinksChanged>true</HyperlinksChanged>
  <DocSecurity>2</DocSecurit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R&amp;D &lt;draft&gt; café — plan</dc:title>
  <dc:subject>Quarterly review</dc:subject>
  <dc:creator>Alice Example</dc:creator>
  <cp:keywords>budget; review</cp:keywords>
  <dc:description><![CDATA[Notes <for> the board]]></dc:description>
  <cp:lastModifiedBy>Bob Example</cp:lastModifiedBy>
  <cp:revision>12</cp:revision>
  <cp:lastPrinted>2021-03-05T09:00:00+02:00</cp:lastPrinted>
  <dcterms:created xsi:type="dcterms:W3CDTF">2021-03-04T05:06:07Z</dcterms:created>
  <dcterms:modified xsi:type="dcterms:W3CDTF">2021-03-05T10:20:30.1234567Z</dcterms:modified>
  <cp:category>Finance</cp:category>
  <cp:contentStatus>Draft</cp:contentStatus>
  <dc:language>fr-FR</dc:language>
  <dc:identifier>DOC-0042</dc:identifier>
  <cp:version>1.3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ient">
    <vt:lpwstr>Acme &amp; Co</vt:lpwstr>
  </property>
  <property fmtid="{D5CDD505-2E9C-101B-9397-08002B2CF9AE}" pid="3" name="Reviewed">
    <vt:bool>true</vt:bool>
  </property>
</Properties>
</file>